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课件标题</a:t>
            </a:r>
          </a:p>
          <a:p>
            <a:pPr algn="ctr">
              <a:defRPr sz="2000">
                <a:solidFill>
                  <a:srgbClr val="DDDDDD"/>
                </a:solidFill>
              </a:defRPr>
            </a:pPr>
            <a:r>
              <a:t>AI 智能生成课件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E7D32"/>
                </a:solidFill>
              </a:defRPr>
            </a:pPr>
            <a:r>
              <a:t>第一节 课程导入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800">
                <a:solidFill>
                  <a:srgbClr val="333333"/>
                </a:solidFill>
              </a:defRPr>
            </a:pPr>
            <a:r>
              <a:t>本节课我们将学习核心概念，了解其在实际中的应用场景。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