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78640" cy="530352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149840" cy="1508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课程主题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03320"/>
            <a:ext cx="89611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授课对象 · 课时 · 教学目标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通用教学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99032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课程导入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911095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03120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615184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07208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案例实践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319272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9584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11296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总结提升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023360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核心内容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正文｜在这里填写本页的关键概念、方法或案例。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要点｜教学要点一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要点｜教学要点二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导入 · 30秒｜用问题或场景引入本页。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讲解 · 1分30秒｜讲清概念，并连接学生已有知识。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互动 · 45秒｜设置一个可现场回应的问题。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TWO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双栏讲授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10235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59028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60857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要点｜左栏聚焦核心结论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要点｜要点保持可快速扫描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37667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646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920240"/>
            <a:ext cx="488289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讲解 · 1分钟｜右栏呈现讲授分段与时长。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互动 · 45秒｜以问题检验学生理解。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本节小结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82296" cy="470916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600200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481328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回顾核心结论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313432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94560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检查学习目标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026664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2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说明课后应用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教学课件模板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