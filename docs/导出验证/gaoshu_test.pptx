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6327648"/>
            <a:ext cx="11978640" cy="530352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149840" cy="1508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5000" b="1">
                <a:solidFill>
                  <a:srgbClr val="FFFFFF"/>
                </a:solidFill>
                <a:latin typeface="Microsoft YaHei"/>
                <a:ea typeface="微软雅黑"/>
              </a:rPr>
              <a:t>高等数学：极限与连续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03320"/>
            <a:ext cx="89611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</a:rPr>
              <a:t>课程封面：说明极限是高等数学的基石，为后续导数、积分、级数提供语言基础。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660136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通用教学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3400" b="1">
                <a:solidFill>
                  <a:srgbClr val="183042"/>
                </a:solidFill>
                <a:latin typeface="Microsoft YaHei"/>
                <a:ea typeface="微软雅黑"/>
              </a:rPr>
              <a:t>课程导言：三大学习层次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摘要｜引入极限与连续的整体脉络，强调从定义到计算、再到连续性应用的递进关系。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要点｜极限是描述无限接近的精确语言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要点｜围绕极限的定义、计算与连续性三个层次展开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要点｜为后续导数、积分、级数学习奠定基础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导入 · 40秒｜先看一个数列：1, 1/2, 1/3, 1/4, ... 当 n 越来越大，第 n 项 1/n 是不是越来越靠近 0？这个 0 就是它的极限。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强调 · 30秒｜注意‘无限接近’不等于‘等于’。比如 1/n 永远不等于 0，但它的极限是 0。这就是极限的微妙之处。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示例 · 45秒｜再看一个例子：a_n = 2 + (-1)^n / n。当 n 增大时，a_n 会越来越接近 2。你能直观感受到极限是 2 吗？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过渡 · 25秒｜直观定义虽然好懂，但‘无限接近’这个词太模糊。为了精确，我们需要数学语言——这就是 ε-N 定义。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3400" b="1">
                <a:solidFill>
                  <a:srgbClr val="183042"/>
                </a:solidFill>
                <a:latin typeface="Microsoft YaHei"/>
                <a:ea typeface="微软雅黑"/>
              </a:rPr>
              <a:t>数列的极限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摘要｜定义数列极限的直观意义与ε-N精确语言，并讨论收敛数列的基本性质。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要点｜lim(n→∞) a_n = A 表示 a_n 无限接近常数 A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要点｜ε-N 定义：任意 ε&gt;0，存在 N，当 n&gt;N 时 |a_n-A|&lt;ε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要点｜ε 是精度要求，N 是从第几项开始达标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要点｜收敛数列极限唯一且数列有界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要点｜有界不一定收敛，反例为 (-1)^n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导入 · 50秒｜ε-N 定义是这样的：任意给定一个正数 ε，存在正整数 N，使得当 n &gt; N 时，恒有 |a_n - A| &lt; ε。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示例 · 45秒｜例如 a_n = 1/n，若要求 ε=0.01，那么 n&gt;100 时 |1/n - 0| &lt; 0.01，N 取 100 即可。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互动 · 35秒｜大家注意，ε 是可以任意小的正数，它代表精度要求；N 则随 ε 变化，ε 越小，N 通常就越大。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过渡 · 20秒｜理解了 ε 和 N，我们就能判断一个数列是否收敛。接下来看收敛数列有哪些基本性质。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3400" b="1">
                <a:solidFill>
                  <a:srgbClr val="183042"/>
                </a:solidFill>
                <a:latin typeface="Microsoft YaHei"/>
                <a:ea typeface="微软雅黑"/>
              </a:rPr>
              <a:t>函数的极限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摘要｜区分自变量趋于有限值与无穷两类极限，引入左右极限、无穷大与无穷小概念。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要点｜函数极限分为 x→x0 与 x→∞ 两类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要点｜x→x0 时用 0&lt;|x-x0|&lt;δ 和 |f(x)-A|&lt;ε 刻画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要点｜左极限与右极限相等是极限存在的充要条件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要点｜极限为 0 的变量称为无穷小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要点｜无穷小的倒数（分母非零）是无穷大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导入 · 35秒｜收敛数列有一个重要性质：极限唯一。如果数列收敛，它不可能同时接近两个不同的常数。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强调 · 40秒｜同时，收敛数列一定有界。因为从某一项之后所有项都挤在极限附近，而前面的有限项自然可以找到上下界。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互动 · 40秒｜但反过来，有界是否一定收敛？请看 (-1)^n：它在 1 和 -1 之间反复横跳，有界却又发散。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过渡 · 25秒｜数列的‘离散’极限我们清楚了，接下来把它们推广到更自然的‘连续’情形——函数极限。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3400" b="1">
                <a:solidFill>
                  <a:srgbClr val="183042"/>
                </a:solidFill>
                <a:latin typeface="Microsoft YaHei"/>
                <a:ea typeface="微软雅黑"/>
              </a:rPr>
              <a:t>极限的计算方法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摘要｜介绍“先定型、再选法”的计算思路，包括四则运算、两个重要极限、等价无穷小及洛必达法则。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要点｜计算极限应先判断类型，再选择方法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要点｜极限存在的前提下才能拆分四则运算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要点｜两个重要极限：lim sin x/x=1，lim(1+1/x)^x=e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要点｜x→0 时 sin x~x，tan x~x，ln(1+x)~x，1-cos x~x²/2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导入 · 40秒｜函数极限有两种基本变化趋势：自变量 x 越来越接近某个有限值 x0；或者 x 的绝对值无限增大，趋向正负无穷。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示例 · 45秒｜比如 x→0 时 sin x / x 的极限，和 x→∞ 时 (1+1/x)^x 的极限，分别对应两种类型。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互动 · 35秒｜大家想一想：为什么要同时研究两种？因为它们对应着不同的实际过程：一个是局部瞬时变化，一个是长期趋势。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过渡 · 20秒｜先看第一种，x→x0 的极限如何精确定义。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3400" b="1">
                <a:solidFill>
                  <a:srgbClr val="183042"/>
                </a:solidFill>
                <a:latin typeface="Microsoft YaHei"/>
                <a:ea typeface="微软雅黑"/>
              </a:rPr>
              <a:t>极限的计算方法（续 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1086307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103510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1036929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要点｜洛必达法则适用于 0/0 或 ∞/∞ 型，需验证条件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1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3100" b="1">
                <a:solidFill>
                  <a:srgbClr val="183042"/>
                </a:solidFill>
                <a:latin typeface="Microsoft YaHei"/>
                <a:ea typeface="微软雅黑"/>
              </a:rPr>
              <a:t>例题：求 lim(x→0)(1-cos x)/x²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摘要｜通过等价无穷小替换求解该典型极限，展示计算方法的实际运用。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要点｜x→0 时 1-cos x ~ x²/2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要点｜原式可化为 (x²/2)/x²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要点｜极限值为 1/2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要点｜体现等价无穷小替换的典型用法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导入 · 1分钟｜仿照数列的 ε-N 语言，对函数 x→x0 的极限，我们使用 ε-δ 定义：任意 ε&gt;0，存在 δ&gt;0，当 0&lt;|x-x0|&lt;δ 时，|f(x)-A|&lt;ε。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示例 · 50秒｜例如 f(x)=2x，当 x→1，极限为 2。若要 |2x-2|&lt;ε，只需 |x-1|&lt;ε/2，于是 δ 可取 ε/2。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互动 · 30秒｜请对比数列定义：数列中的 N 在这里换成了 δ，它不再是‘项数’，而是‘距离范围’的半径。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小结 · 25秒｜所以 ε 控制输出的精度，δ 控制输入的幅度，二者共同刻画‘无限接近’。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3400" b="1">
                <a:solidFill>
                  <a:srgbClr val="183042"/>
                </a:solidFill>
                <a:latin typeface="Microsoft YaHei"/>
                <a:ea typeface="微软雅黑"/>
              </a:rPr>
              <a:t>函数的连续性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摘要｜给出函数连续的三条件，分类间断点，并总结闭区间连续函数的四个重要定理。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要点｜连续需满足：有定义、极限存在、极限值等于函数值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要点｜间断点分为可去、跳跃、第二类三种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要点｜闭区间连续函数有有界性、最值、介值、零点定理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要点｜零点定理是判断方程根是否存在的重要工具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导入 · 30秒｜函数在某点的极限存在，等价于左极限和右极限都存在且相等。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示例 · 45秒｜例如分段函数 f(x)=x+1(x≥0) 和 x-1(x&lt;0) 在 x=0 处左右极限分别为 -1 和 1，不相等，所以极限不存在。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互动 · 40秒｜谁来举一个左右极限相等且极限存在的例子？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过渡 · 20秒｜如果极限为0，我们称它为无穷小；下面看无穷小与无穷大的关系。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3400" b="1">
                <a:solidFill>
                  <a:srgbClr val="183042"/>
                </a:solidFill>
                <a:latin typeface="Microsoft YaHei"/>
                <a:ea typeface="微软雅黑"/>
              </a:rPr>
              <a:t>小结：极限与连续核心回顾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摘要｜回顾极限语言、计算方法与连续性的整体联系，强调其在微积分中的基础地位。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要点｜ε-δ 语言是全部微积分的地基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要点｜计算极限先定型，再选四则运算、重要极限、等价无穷小或洛必达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要点｜连续性把极限与函数值连接起来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要点｜闭区间连续函数的四个定理是证明题的常用依据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导入 · 30秒｜极限为0的变量叫无穷小，它不是一个小数，而是一种变化趋势。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强调 · 25秒｜无穷小的重要性质：若分母非零，无穷小的倒数是无穷大！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互动 · 35秒｜想一想：x→0 时，x 是无穷小，那么 1/x 的绝对值会怎样？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过渡 · 20秒｜有了无穷小的概念，我们就能理解等价无穷小替换，为计算极限做准备。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课件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